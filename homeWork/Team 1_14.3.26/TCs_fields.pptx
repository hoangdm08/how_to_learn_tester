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Oswa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JtnKgZhn8ioyhMNTTOQf95Zih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c2759ad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5c2759ad9_0_97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5c2759ad9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c5c2759ad9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5c2759a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5c2759a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5c2759ad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c5c2759ad9_0_11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5c2759ad9_0_97"/>
          <p:cNvSpPr/>
          <p:nvPr/>
        </p:nvSpPr>
        <p:spPr>
          <a:xfrm>
            <a:off x="-1040004" y="-1013152"/>
            <a:ext cx="3108709" cy="2746629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g3c5c2759ad9_0_97"/>
          <p:cNvSpPr/>
          <p:nvPr/>
        </p:nvSpPr>
        <p:spPr>
          <a:xfrm>
            <a:off x="7347727" y="4550833"/>
            <a:ext cx="3108709" cy="2746629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6" name="Google Shape;86;g3c5c2759ad9_0_97"/>
          <p:cNvCxnSpPr/>
          <p:nvPr/>
        </p:nvCxnSpPr>
        <p:spPr>
          <a:xfrm>
            <a:off x="661017" y="4866247"/>
            <a:ext cx="3246300" cy="0"/>
          </a:xfrm>
          <a:prstGeom prst="straightConnector1">
            <a:avLst/>
          </a:prstGeom>
          <a:noFill/>
          <a:ln cap="flat" cmpd="sng" w="37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g3c5c2759ad9_0_97"/>
          <p:cNvSpPr/>
          <p:nvPr/>
        </p:nvSpPr>
        <p:spPr>
          <a:xfrm>
            <a:off x="4247898" y="2286583"/>
            <a:ext cx="4282171" cy="2579660"/>
          </a:xfrm>
          <a:custGeom>
            <a:rect b="b" l="l" r="r" t="t"/>
            <a:pathLst>
              <a:path extrusionOk="0" h="3864659" w="8564342">
                <a:moveTo>
                  <a:pt x="0" y="0"/>
                </a:moveTo>
                <a:lnTo>
                  <a:pt x="8564341" y="0"/>
                </a:lnTo>
                <a:lnTo>
                  <a:pt x="8564341" y="3864660"/>
                </a:lnTo>
                <a:lnTo>
                  <a:pt x="0" y="3864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g3c5c2759ad9_0_97"/>
          <p:cNvSpPr txBox="1"/>
          <p:nvPr/>
        </p:nvSpPr>
        <p:spPr>
          <a:xfrm>
            <a:off x="647681" y="3058765"/>
            <a:ext cx="3395100" cy="21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Case (TC) Fields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600"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89" name="Google Shape;89;g3c5c2759ad9_0_97"/>
          <p:cNvGrpSpPr/>
          <p:nvPr/>
        </p:nvGrpSpPr>
        <p:grpSpPr>
          <a:xfrm>
            <a:off x="7999730" y="199813"/>
            <a:ext cx="932845" cy="334719"/>
            <a:chOff x="0" y="0"/>
            <a:chExt cx="2487587" cy="669437"/>
          </a:xfrm>
        </p:grpSpPr>
        <p:sp>
          <p:nvSpPr>
            <p:cNvPr id="90" name="Google Shape;90;g3c5c2759ad9_0_97"/>
            <p:cNvSpPr/>
            <p:nvPr/>
          </p:nvSpPr>
          <p:spPr>
            <a:xfrm>
              <a:off x="0" y="0"/>
              <a:ext cx="669437" cy="669437"/>
            </a:xfrm>
            <a:custGeom>
              <a:rect b="b" l="l" r="r" t="t"/>
              <a:pathLst>
                <a:path extrusionOk="0" h="669437" w="669437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1" name="Google Shape;91;g3c5c2759ad9_0_97"/>
            <p:cNvSpPr txBox="1"/>
            <p:nvPr/>
          </p:nvSpPr>
          <p:spPr>
            <a:xfrm>
              <a:off x="714587" y="101503"/>
              <a:ext cx="1773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b="0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 title="TCs_fiel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5" y="82875"/>
            <a:ext cx="9037175" cy="602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5c2759ad9_0_1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Basic Information</a:t>
            </a:r>
            <a:endParaRPr/>
          </a:p>
        </p:txBody>
      </p:sp>
      <p:sp>
        <p:nvSpPr>
          <p:cNvPr id="102" name="Google Shape;102;g3c5c2759ad9_0_186"/>
          <p:cNvSpPr txBox="1"/>
          <p:nvPr>
            <p:ph idx="1" type="body"/>
          </p:nvPr>
        </p:nvSpPr>
        <p:spPr>
          <a:xfrm>
            <a:off x="184785" y="1600200"/>
            <a:ext cx="85020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Case ID – Unique identifier for the test case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Case Name / Title – Describes the test objective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/ Feature – Feature or component being tested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 ID – </a:t>
            </a:r>
            <a:r>
              <a:rPr lang="en-US"/>
              <a:t>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equirement from SRS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Priority – High / Medium / Low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Test Conditions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Pre-condition – Conditions required before executing the test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Data – Input data used during testing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Test Execution Steps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Steps – Detailed steps to perform the test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Result – Expected system behavior after executing steps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Test Results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 Result – Actual outcome during test execution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– Pass / Fail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Bug ID – Reference to the bug if the test fails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Additional Information</a:t>
            </a:r>
            <a:endParaRPr/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Tester – Person who executed the test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Date – Date when the test was executed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 – Dev / </a:t>
            </a:r>
            <a:r>
              <a:rPr lang="en-US"/>
              <a:t>SIT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 UAT / Production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Comment / Note – Additional remarks or observations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5c2759ad9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132" name="Google Shape;132;g3c5c2759ad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875" y="1514478"/>
            <a:ext cx="7954251" cy="4614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5c2759ad9_0_11"/>
          <p:cNvSpPr txBox="1"/>
          <p:nvPr/>
        </p:nvSpPr>
        <p:spPr>
          <a:xfrm>
            <a:off x="2738100" y="3100500"/>
            <a:ext cx="36678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u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THANK YOU</a:t>
            </a:r>
            <a:endParaRPr b="1" sz="4400" u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g3c5c2759ad9_0_11"/>
          <p:cNvSpPr/>
          <p:nvPr/>
        </p:nvSpPr>
        <p:spPr>
          <a:xfrm flipH="1">
            <a:off x="5784233" y="-1182033"/>
            <a:ext cx="4612730" cy="4075472"/>
          </a:xfrm>
          <a:custGeom>
            <a:rect b="b" l="l" r="r" t="t"/>
            <a:pathLst>
              <a:path extrusionOk="0" h="6105576" w="9225459">
                <a:moveTo>
                  <a:pt x="9225459" y="0"/>
                </a:moveTo>
                <a:lnTo>
                  <a:pt x="0" y="0"/>
                </a:lnTo>
                <a:lnTo>
                  <a:pt x="0" y="6105576"/>
                </a:lnTo>
                <a:lnTo>
                  <a:pt x="9225459" y="6105576"/>
                </a:lnTo>
                <a:lnTo>
                  <a:pt x="922545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g3c5c2759ad9_0_11"/>
          <p:cNvSpPr/>
          <p:nvPr/>
        </p:nvSpPr>
        <p:spPr>
          <a:xfrm flipH="1">
            <a:off x="-1349760" y="4697683"/>
            <a:ext cx="3108709" cy="2746629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B0351682BD9143BEA2EC0420ABC46B92_12</vt:lpwstr>
  </property>
  <property fmtid="{D5CDD505-2E9C-101B-9397-08002B2CF9AE}" pid="3" name="KSOProductBuildVer">
    <vt:lpwstr>1033-12.1.0.25180</vt:lpwstr>
  </property>
</Properties>
</file>